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ableStyles" Target="tableStyle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5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algn="ctr"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2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3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indent="0" marL="0">
              <a:lnSpc>
                <a:spcPct val="100000"/>
              </a:lnSpc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indent="0" marL="0">
              <a:lnSpc>
                <a:spcPct val="100000"/>
              </a:lnSpc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4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0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5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8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8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algn="ctr"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algn="ctr"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1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algn="ctr" indent="0" marL="0"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2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6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algn="ctr"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67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algn="ctr" indent="0" marL="0">
              <a:buNone/>
              <a:defRPr sz="18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13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algn="ctr"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algn="r" indent="0" marL="0">
              <a:buNone/>
              <a:defRPr sz="14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  <p:sp>
        <p:nvSpPr>
          <p:cNvPr id="1048663" name="TextBox 10"/>
          <p:cNvSpPr txBox="1"/>
          <p:nvPr/>
        </p:nvSpPr>
        <p:spPr>
          <a:xfrm>
            <a:off x="836612" y="735241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dirty="0" sz="8000" lang="en-US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48664" name="TextBox 12"/>
          <p:cNvSpPr txBox="1"/>
          <p:nvPr/>
        </p:nvSpPr>
        <p:spPr>
          <a:xfrm>
            <a:off x="10657956" y="2972093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lstStyle>
            <a:lvl1pPr>
              <a:spcBef>
                <a:spcPct val="0"/>
              </a:spcBef>
              <a:buNone/>
              <a:defRPr b="0" cap="all" sz="3200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algn="tl" blurRad="28575" dir="14040000" dist="38100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lvl="0"/>
            <a:r>
              <a:rPr dirty="0" sz="8000" lang="en-US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8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algn="ctr"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0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8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2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4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8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24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5" name="Picture Placeholder 2"/>
          <p:cNvSpPr>
            <a:spLocks noChangeAspect="1" noGrp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26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8" name="Picture Placeholder 2"/>
          <p:cNvSpPr>
            <a:spLocks noChangeAspect="1" noGrp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29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0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algn="ctr" indent="0" marL="0">
              <a:lnSpc>
                <a:spcPct val="100000"/>
              </a:lnSpc>
              <a:buNone/>
              <a:defRPr b="0" sz="2000">
                <a:solidFill>
                  <a:schemeClr val="tx1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Picture Placeholder 2"/>
          <p:cNvSpPr>
            <a:spLocks noChangeAspect="1" noGrp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algn="tl" blurRad="55000" dir="5400000" dist="18000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twoP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32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algn="ctr"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3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/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5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6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573A9-5CA8-45CE-9AF6-AAC3860C73C4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A6A9F-B1FD-4761-90AD-42ADA9E39129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eaLnBrk="1" hangingPunct="1" latinLnBrk="0" rtl="0">
        <a:lnSpc>
          <a:spcPct val="90000"/>
        </a:lnSpc>
        <a:spcBef>
          <a:spcPct val="0"/>
        </a:spcBef>
        <a:buNone/>
        <a:defRPr b="1" cap="all" sz="3400" i="0" kern="1200">
          <a:solidFill>
            <a:schemeClr val="tx1"/>
          </a:solidFill>
          <a:effectLst>
            <a:outerShdw algn="tl" blurRad="50800" dir="2700000" dist="63500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algn="tl" blurRad="50800" dir="2700000" dist="38100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595269" y="830961"/>
            <a:ext cx="9001462" cy="877259"/>
          </a:xfrm>
        </p:spPr>
        <p:txBody>
          <a:bodyPr/>
          <a:p>
            <a:pPr algn="ctr"/>
            <a:r>
              <a:rPr dirty="0" lang="en-US">
                <a:latin typeface="+mn-lt"/>
              </a:rPr>
              <a:t>Code mentor-Ai</a:t>
            </a:r>
            <a:endParaRPr dirty="0" lang="en-IN">
              <a:latin typeface="+mn-lt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595269" y="2250831"/>
            <a:ext cx="9001462" cy="3381873"/>
          </a:xfrm>
        </p:spPr>
        <p:txBody>
          <a:bodyPr>
            <a:normAutofit/>
          </a:bodyPr>
          <a:p>
            <a:r>
              <a:rPr dirty="0" lang="en-US"/>
              <a:t>Project Presentation Submitted </a:t>
            </a:r>
          </a:p>
          <a:p>
            <a:r>
              <a:rPr dirty="0" lang="en-US"/>
              <a:t>By:</a:t>
            </a:r>
          </a:p>
          <a:p>
            <a:r>
              <a:rPr dirty="0" lang="en-US"/>
              <a:t>Tanmay Kumar</a:t>
            </a:r>
          </a:p>
          <a:p>
            <a:r>
              <a:rPr dirty="0" lang="en-US"/>
              <a:t>Course: B-Tech </a:t>
            </a:r>
            <a:r>
              <a:rPr dirty="0" lang="en-US" err="1"/>
              <a:t>Cse</a:t>
            </a:r>
            <a:r>
              <a:rPr dirty="0" lang="en-US"/>
              <a:t> ( AI-ML )</a:t>
            </a:r>
          </a:p>
          <a:p>
            <a:r>
              <a:rPr dirty="0" lang="en-US"/>
              <a:t>Batch - 3</a:t>
            </a:r>
            <a:endParaRPr dirty="0" lang="en-IN"/>
          </a:p>
          <a:p>
            <a:r>
              <a:rPr dirty="0" lang="en-US"/>
              <a:t>G</a:t>
            </a:r>
            <a:r>
              <a:rPr dirty="0" lang="en-US"/>
              <a:t>i</a:t>
            </a:r>
            <a:r>
              <a:rPr dirty="0" lang="en-US"/>
              <a:t>t</a:t>
            </a:r>
            <a:r>
              <a:rPr dirty="0" lang="en-US"/>
              <a:t>h</a:t>
            </a:r>
            <a:r>
              <a:rPr dirty="0" lang="en-US"/>
              <a:t>u</a:t>
            </a:r>
            <a:r>
              <a:rPr dirty="0" lang="en-US"/>
              <a:t>b</a:t>
            </a:r>
            <a:r>
              <a:rPr dirty="0" lang="en-US"/>
              <a:t> </a:t>
            </a:r>
            <a:r>
              <a:rPr dirty="0" lang="en-US"/>
              <a:t>L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k</a:t>
            </a:r>
            <a:r>
              <a:rPr dirty="0" lang="en-US"/>
              <a:t> </a:t>
            </a:r>
            <a:r>
              <a:rPr dirty="0" lang="en-US"/>
              <a:t>-</a:t>
            </a:r>
            <a:r>
              <a:rPr dirty="0" lang="en-US"/>
              <a:t> https://github.com/tanmaykumar7106-collab/CodeMentor-AI</a:t>
            </a:r>
            <a:endParaRPr dirty="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1595269" y="817734"/>
            <a:ext cx="9001462" cy="719663"/>
          </a:xfrm>
        </p:spPr>
        <p:txBody>
          <a:bodyPr>
            <a:normAutofit/>
          </a:bodyPr>
          <a:p>
            <a:r>
              <a:rPr dirty="0" lang="en-US">
                <a:latin typeface="+mn-lt"/>
              </a:rPr>
              <a:t>Introduction</a:t>
            </a:r>
            <a:endParaRPr dirty="0" lang="en-IN">
              <a:latin typeface="+mn-lt"/>
            </a:endParaRP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1595269" y="1909187"/>
            <a:ext cx="9001462" cy="4020547"/>
          </a:xfrm>
        </p:spPr>
        <p:txBody>
          <a:bodyPr>
            <a:normAutofit/>
          </a:bodyPr>
          <a:p>
            <a:pPr algn="l" indent="-342900" marL="342900">
              <a:buFont typeface="Arial" panose="020B0604020202020204" pitchFamily="34" charset="0"/>
              <a:buChar char="•"/>
            </a:pPr>
            <a:r>
              <a:rPr b="1" dirty="0" sz="2000" lang="en-IN" err="1"/>
              <a:t>CodeMentor</a:t>
            </a:r>
            <a:r>
              <a:rPr b="1" dirty="0" sz="2000" lang="en-IN"/>
              <a:t> AI</a:t>
            </a:r>
            <a:r>
              <a:rPr dirty="0" sz="2000" lang="en-IN"/>
              <a:t> is a smart learning platform that assists users in understanding code, solving programming problems, and creating software test cases through AI assistance.</a:t>
            </a:r>
          </a:p>
          <a:p>
            <a:pPr algn="l" indent="-342900" marL="342900">
              <a:buFont typeface="Arial" panose="020B0604020202020204" pitchFamily="34" charset="0"/>
              <a:buChar char="•"/>
            </a:pPr>
            <a:r>
              <a:rPr dirty="0" sz="2000" lang="en-IN"/>
              <a:t>It combines a simple and interactive interface with AI models to provide instant feedback, helping users write cleaner code and improve their problem-solving skills.</a:t>
            </a:r>
          </a:p>
          <a:p>
            <a:pPr algn="l" indent="-342900" marL="342900">
              <a:buFont typeface="Arial" panose="020B0604020202020204" pitchFamily="34" charset="0"/>
              <a:buChar char="•"/>
            </a:pPr>
            <a:r>
              <a:rPr dirty="0" sz="2000" lang="en-IN"/>
              <a:t>The project is designed to reduce manual effort in code review and testing while making programming practice more effective for students and aspiring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1595269" y="629931"/>
            <a:ext cx="9001462" cy="723381"/>
          </a:xfrm>
        </p:spPr>
        <p:txBody>
          <a:bodyPr>
            <a:normAutofit/>
          </a:bodyPr>
          <a:p>
            <a:r>
              <a:rPr dirty="0" lang="en-US">
                <a:latin typeface="+mn-lt"/>
              </a:rPr>
              <a:t>Tech stack</a:t>
            </a:r>
            <a:endParaRPr dirty="0" lang="en-IN">
              <a:latin typeface="+mn-lt"/>
            </a:endParaRPr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7699" y="1418664"/>
            <a:ext cx="10236602" cy="4809405"/>
          </a:xfrm>
          <a:prstGeom prst="rect"/>
          <a:ln>
            <a:noFill/>
          </a:ln>
          <a:effectLst>
            <a:outerShdw algn="tl" blurRad="190500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9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dirty="0" lang="en-IN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74870" y="314011"/>
            <a:ext cx="11442259" cy="62299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algn="bl" blurRad="12700" dir="5400000" dist="5000" endPos="28000" rotWithShape="0" stA="38000" sy="-1000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>
          <a:xfrm>
            <a:off x="919119" y="699516"/>
            <a:ext cx="10353761" cy="734567"/>
          </a:xfrm>
        </p:spPr>
        <p:txBody>
          <a:bodyPr>
            <a:normAutofit/>
          </a:bodyPr>
          <a:p>
            <a:r>
              <a:rPr dirty="0" sz="4300" lang="en-US">
                <a:latin typeface="+mn-lt"/>
              </a:rPr>
              <a:t>Future Improvements</a:t>
            </a:r>
            <a:endParaRPr dirty="0" sz="4300" lang="en-IN">
              <a:latin typeface="+mn-lt"/>
            </a:endParaRP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>
          <a:xfrm>
            <a:off x="913795" y="1737360"/>
            <a:ext cx="10353762" cy="4421124"/>
          </a:xfrm>
        </p:spPr>
        <p:txBody>
          <a:bodyPr>
            <a:normAutofit/>
          </a:bodyPr>
          <a:p>
            <a:r>
              <a:rPr b="1" dirty="0" lang="en-IN"/>
              <a:t>Multi-Language Support:</a:t>
            </a:r>
            <a:r>
              <a:rPr dirty="0" lang="en-IN"/>
              <a:t> Extend support for additional programming languages such as C, C++, Java, JavaScript, and Go with language-specific analysis. </a:t>
            </a:r>
          </a:p>
          <a:p>
            <a:r>
              <a:rPr b="1" dirty="0" lang="en-IN"/>
              <a:t>User Authentication &amp; History:</a:t>
            </a:r>
            <a:r>
              <a:rPr dirty="0" lang="en-IN"/>
              <a:t> Implement secure login, cloud storage, and maintain a history of previous analyses and generated reports. </a:t>
            </a:r>
          </a:p>
          <a:p>
            <a:r>
              <a:rPr b="1" dirty="0" lang="en-IN"/>
              <a:t>Advanced AI Models:</a:t>
            </a:r>
            <a:r>
              <a:rPr dirty="0" lang="en-IN"/>
              <a:t> Integrate multiple LLMs and enable users to choose the most suitable model based on accuracy, speed, or specific coding tasks. </a:t>
            </a:r>
          </a:p>
          <a:p>
            <a:r>
              <a:rPr b="1" dirty="0" lang="en-IN"/>
              <a:t>Performance &amp; Security Analysis:</a:t>
            </a:r>
            <a:r>
              <a:rPr dirty="0" lang="en-IN"/>
              <a:t> Add code quality scoring, performance optimization suggestions, vulnerability detection, and best-practice recommendations. </a:t>
            </a:r>
          </a:p>
          <a:p>
            <a:r>
              <a:rPr b="1" dirty="0" lang="en-IN"/>
              <a:t>Cloud Deployment &amp; Collaboration:</a:t>
            </a:r>
            <a:r>
              <a:rPr dirty="0" lang="en-IN"/>
              <a:t> Deploy the platform on the cloud with real-time collaboration, report sharing, and team-based project management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913795" y="786383"/>
            <a:ext cx="10353761" cy="813817"/>
          </a:xfrm>
        </p:spPr>
        <p:txBody>
          <a:bodyPr>
            <a:normAutofit/>
          </a:bodyPr>
          <a:p>
            <a:r>
              <a:rPr dirty="0" sz="4300" lang="en-US">
                <a:latin typeface="+mn-lt"/>
              </a:rPr>
              <a:t>References</a:t>
            </a:r>
            <a:endParaRPr dirty="0" sz="4300" lang="en-IN">
              <a:latin typeface="+mn-lt"/>
            </a:endParaRP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 dirty="0" lang="en-IN"/>
              <a:t>IBM Granite Documentation</a:t>
            </a:r>
            <a:r>
              <a:rPr dirty="0" lang="en-IN"/>
              <a:t> – AI model integration and prompt engineering.</a:t>
            </a:r>
          </a:p>
          <a:p>
            <a:r>
              <a:rPr b="1" dirty="0" lang="en-IN" err="1"/>
              <a:t>Ollama</a:t>
            </a:r>
            <a:r>
              <a:rPr b="1" dirty="0" lang="en-IN"/>
              <a:t> Documentation</a:t>
            </a:r>
            <a:r>
              <a:rPr dirty="0" lang="en-IN"/>
              <a:t> – Local and cloud LLM setup and API usage. </a:t>
            </a:r>
          </a:p>
          <a:p>
            <a:r>
              <a:rPr b="1" dirty="0" lang="en-IN" err="1"/>
              <a:t>Streamlit</a:t>
            </a:r>
            <a:r>
              <a:rPr b="1" dirty="0" lang="en-IN"/>
              <a:t> Documentation</a:t>
            </a:r>
            <a:r>
              <a:rPr dirty="0" lang="en-IN"/>
              <a:t> – Frontend development and interactive dashboard.</a:t>
            </a:r>
          </a:p>
          <a:p>
            <a:r>
              <a:rPr b="1" dirty="0" lang="en-IN"/>
              <a:t>Python Official Documentation</a:t>
            </a:r>
            <a:r>
              <a:rPr dirty="0" lang="en-IN"/>
              <a:t> – Core programming and application development.</a:t>
            </a:r>
          </a:p>
          <a:p>
            <a:r>
              <a:rPr b="1" dirty="0" lang="en-IN"/>
              <a:t>Pandas &amp; Matplotlib Documentation</a:t>
            </a:r>
            <a:r>
              <a:rPr dirty="0" lang="en-IN"/>
              <a:t> – Data processing and visualization. </a:t>
            </a:r>
            <a:r>
              <a:rPr b="1" dirty="0" lang="en-IN"/>
              <a:t>GitHub</a:t>
            </a:r>
          </a:p>
          <a:p>
            <a:r>
              <a:rPr b="1" dirty="0" lang="en-IN"/>
              <a:t>Documentation</a:t>
            </a:r>
            <a:r>
              <a:rPr dirty="0" lang="en-IN"/>
              <a:t> – Version control and project management.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lastClr="000000" val="windowText"/>
      </a:dk1>
      <a:lt1>
        <a:sysClr lastClr="FFFFFF" val="window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ustom 1">
      <a:majorFont>
        <a:latin typeface="Bookman Old Style"/>
        <a:ea typeface=""/>
        <a:cs typeface=""/>
      </a:majorFont>
      <a:minorFont>
        <a:latin typeface="Baskerville Old Face"/>
        <a:ea typeface="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r="5400000" dist="38100" rotWithShape="0" sy="96000">
              <a:srgbClr val="000000">
                <a:alpha val="54000"/>
              </a:srgbClr>
            </a:outerShdw>
          </a:effectLst>
        </a:effectStyle>
        <a:effectStyle>
          <a:effectLst>
            <a:outerShdw algn="ctr" blurRad="76200" dir="5400000" dist="38100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dir="t" rig="balanced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Lucky Vishwakarma</dc:creator>
  <cp:lastModifiedBy>Lucky Vishwakarma</cp:lastModifiedBy>
  <dcterms:created xsi:type="dcterms:W3CDTF">2026-07-17T17:42:20Z</dcterms:created>
  <dcterms:modified xsi:type="dcterms:W3CDTF">2026-07-19T10:48:03Z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d926f48bad2649ba84c5a74a974be0cc</vt:lpwstr>
  </property>
</Properties>
</file>